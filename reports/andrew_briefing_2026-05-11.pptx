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FFEDCA"/>
          </a:solidFill>
        </a:fill>
      </a:tcStyle>
    </a:wholeTbl>
    <a:band2H>
      <a:tcTxStyle b="def" i="def"/>
      <a:tcStyle>
        <a:tcBdr/>
        <a:fill>
          <a:solidFill>
            <a:srgbClr val="FFF6E6"/>
          </a:solidFill>
        </a:fill>
      </a:tcStyle>
    </a:band2H>
    <a:firstCol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F3F3F3"/>
          </a:solidFill>
        </a:fill>
      </a:tcStyle>
    </a:band2H>
    <a:firstCol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FFD8CA"/>
          </a:solidFill>
        </a:fill>
      </a:tcStyle>
    </a:wholeTbl>
    <a:band2H>
      <a:tcTxStyle b="def" i="def"/>
      <a:tcStyle>
        <a:tcBdr/>
        <a:fill>
          <a:solidFill>
            <a:srgbClr val="FFECE6"/>
          </a:solidFill>
        </a:fill>
      </a:tcStyle>
    </a:band2H>
    <a:firstCol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chemeClr val="accent1"/>
          </a:solidFill>
        </a:fill>
      </a:tcStyle>
    </a:band2H>
    <a:firstCol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4" name="Shape 42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 – Solid 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esentation Title Goes Right Here"/>
          <p:cNvSpPr txBox="1"/>
          <p:nvPr>
            <p:ph type="title" hasCustomPrompt="1"/>
          </p:nvPr>
        </p:nvSpPr>
        <p:spPr>
          <a:xfrm>
            <a:off x="731043" y="2677626"/>
            <a:ext cx="6931630" cy="1847090"/>
          </a:xfrm>
          <a:prstGeom prst="rect">
            <a:avLst/>
          </a:prstGeom>
        </p:spPr>
        <p:txBody>
          <a:bodyPr anchor="t"/>
          <a:lstStyle>
            <a:lvl1pPr>
              <a:defRPr sz="5200">
                <a:solidFill>
                  <a:srgbClr val="FFFFFF"/>
                </a:solidFill>
              </a:defRPr>
            </a:lvl1pPr>
          </a:lstStyle>
          <a:p>
            <a:pPr/>
            <a:r>
              <a:t>Presentation Title Goes Right Here</a:t>
            </a:r>
          </a:p>
        </p:txBody>
      </p:sp>
      <p:sp>
        <p:nvSpPr>
          <p:cNvPr id="16" name="Straight Connector 7"/>
          <p:cNvSpPr/>
          <p:nvPr/>
        </p:nvSpPr>
        <p:spPr>
          <a:xfrm>
            <a:off x="730594" y="2438724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" name="Body Level One…"/>
          <p:cNvSpPr txBox="1"/>
          <p:nvPr>
            <p:ph type="body" sz="quarter" idx="1" hasCustomPrompt="1"/>
          </p:nvPr>
        </p:nvSpPr>
        <p:spPr>
          <a:xfrm>
            <a:off x="731043" y="4709626"/>
            <a:ext cx="7765772" cy="365127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200">
                <a:solidFill>
                  <a:schemeClr val="accent1"/>
                </a:solidFill>
              </a:defRPr>
            </a:lvl1pPr>
            <a:lvl2pPr marL="0" indent="0">
              <a:buClrTx/>
              <a:buSzTx/>
              <a:buFontTx/>
              <a:buNone/>
              <a:defRPr b="1" sz="2200">
                <a:solidFill>
                  <a:schemeClr val="accent1"/>
                </a:solidFill>
              </a:defRPr>
            </a:lvl2pPr>
            <a:lvl3pPr marL="0" indent="0">
              <a:buClrTx/>
              <a:buSzTx/>
              <a:buFontTx/>
              <a:buNone/>
              <a:defRPr b="1" sz="2200">
                <a:solidFill>
                  <a:schemeClr val="accent1"/>
                </a:solidFill>
              </a:defRPr>
            </a:lvl3pPr>
            <a:lvl4pPr marL="0" indent="0">
              <a:buClrTx/>
              <a:buSzTx/>
              <a:buFontTx/>
              <a:buNone/>
              <a:defRPr b="1" sz="2200">
                <a:solidFill>
                  <a:schemeClr val="accent1"/>
                </a:solidFill>
              </a:defRPr>
            </a:lvl4pPr>
            <a:lvl5pPr marL="0" indent="0">
              <a:buClrTx/>
              <a:buSzTx/>
              <a:buFontTx/>
              <a:buNone/>
              <a:defRPr b="1" sz="22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" name="Text Placeholder 15"/>
          <p:cNvSpPr/>
          <p:nvPr>
            <p:ph type="body" sz="quarter" idx="21" hasCustomPrompt="1"/>
          </p:nvPr>
        </p:nvSpPr>
        <p:spPr>
          <a:xfrm>
            <a:off x="731043" y="5098724"/>
            <a:ext cx="7765771" cy="41499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200">
                <a:solidFill>
                  <a:srgbClr val="FFFFFF"/>
                </a:solidFill>
              </a:defRPr>
            </a:lvl1pPr>
          </a:lstStyle>
          <a:p>
            <a:pPr/>
            <a:r>
              <a:t>Month XX, 2020</a:t>
            </a:r>
          </a:p>
        </p:txBody>
      </p:sp>
      <p:sp>
        <p:nvSpPr>
          <p:cNvPr id="19" name="Rectangle"/>
          <p:cNvSpPr/>
          <p:nvPr/>
        </p:nvSpPr>
        <p:spPr>
          <a:xfrm>
            <a:off x="6086555" y="-3521"/>
            <a:ext cx="2482446" cy="842071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0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1022" y="-1189"/>
            <a:ext cx="2093125" cy="83725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– Solid Gold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resentation Title Goes Right Here"/>
          <p:cNvSpPr txBox="1"/>
          <p:nvPr>
            <p:ph type="title" hasCustomPrompt="1"/>
          </p:nvPr>
        </p:nvSpPr>
        <p:spPr>
          <a:xfrm>
            <a:off x="731043" y="2677626"/>
            <a:ext cx="6858001" cy="1843240"/>
          </a:xfrm>
          <a:prstGeom prst="rect">
            <a:avLst/>
          </a:prstGeom>
        </p:spPr>
        <p:txBody>
          <a:bodyPr anchor="t"/>
          <a:lstStyle>
            <a:lvl1pPr>
              <a:defRPr sz="5200"/>
            </a:lvl1pPr>
          </a:lstStyle>
          <a:p>
            <a:pPr/>
            <a:r>
              <a:t>Presentation Title Goes Right Here</a:t>
            </a:r>
          </a:p>
        </p:txBody>
      </p:sp>
      <p:sp>
        <p:nvSpPr>
          <p:cNvPr id="29" name="Straight Connector 7"/>
          <p:cNvSpPr/>
          <p:nvPr/>
        </p:nvSpPr>
        <p:spPr>
          <a:xfrm>
            <a:off x="730594" y="2438724"/>
            <a:ext cx="576400" cy="2"/>
          </a:xfrm>
          <a:prstGeom prst="line">
            <a:avLst/>
          </a:prstGeom>
          <a:ln w="635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" name="Body Level One…"/>
          <p:cNvSpPr txBox="1"/>
          <p:nvPr>
            <p:ph type="body" sz="quarter" idx="1" hasCustomPrompt="1"/>
          </p:nvPr>
        </p:nvSpPr>
        <p:spPr>
          <a:xfrm>
            <a:off x="731043" y="4709626"/>
            <a:ext cx="7765772" cy="365127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200"/>
            </a:lvl1pPr>
            <a:lvl2pPr marL="0" indent="0">
              <a:buClrTx/>
              <a:buSzTx/>
              <a:buFontTx/>
              <a:buNone/>
              <a:defRPr b="1" sz="2200"/>
            </a:lvl2pPr>
            <a:lvl3pPr marL="0" indent="0">
              <a:buClrTx/>
              <a:buSzTx/>
              <a:buFontTx/>
              <a:buNone/>
              <a:defRPr b="1" sz="2200"/>
            </a:lvl3pPr>
            <a:lvl4pPr marL="0" indent="0">
              <a:buClrTx/>
              <a:buSzTx/>
              <a:buFontTx/>
              <a:buNone/>
              <a:defRPr b="1" sz="2200"/>
            </a:lvl4pPr>
            <a:lvl5pPr marL="0" indent="0">
              <a:buClrTx/>
              <a:buSzTx/>
              <a:buFontTx/>
              <a:buNone/>
              <a:defRPr b="1" sz="22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Text Placeholder 15"/>
          <p:cNvSpPr/>
          <p:nvPr>
            <p:ph type="body" sz="quarter" idx="21" hasCustomPrompt="1"/>
          </p:nvPr>
        </p:nvSpPr>
        <p:spPr>
          <a:xfrm>
            <a:off x="731043" y="5098724"/>
            <a:ext cx="7765771" cy="41499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200"/>
            </a:lvl1pPr>
          </a:lstStyle>
          <a:p>
            <a:pPr/>
            <a:r>
              <a:t>Month XX, 2020</a:t>
            </a:r>
          </a:p>
        </p:txBody>
      </p:sp>
      <p:sp>
        <p:nvSpPr>
          <p:cNvPr id="32" name="Rectangle"/>
          <p:cNvSpPr/>
          <p:nvPr/>
        </p:nvSpPr>
        <p:spPr>
          <a:xfrm>
            <a:off x="6127296" y="-3521"/>
            <a:ext cx="2482445" cy="842071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3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21762" y="-1189"/>
            <a:ext cx="2093125" cy="83725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with Image– Solid 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xample of the Presentation Title Slide"/>
          <p:cNvSpPr txBox="1"/>
          <p:nvPr>
            <p:ph type="title" hasCustomPrompt="1"/>
          </p:nvPr>
        </p:nvSpPr>
        <p:spPr>
          <a:xfrm>
            <a:off x="720073" y="2184899"/>
            <a:ext cx="4617721" cy="243122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Example of the Presentation Title Slide</a:t>
            </a:r>
          </a:p>
        </p:txBody>
      </p:sp>
      <p:sp>
        <p:nvSpPr>
          <p:cNvPr id="42" name="Body Level One…"/>
          <p:cNvSpPr txBox="1"/>
          <p:nvPr>
            <p:ph type="body" sz="quarter" idx="1" hasCustomPrompt="1"/>
          </p:nvPr>
        </p:nvSpPr>
        <p:spPr>
          <a:xfrm>
            <a:off x="720073" y="4676833"/>
            <a:ext cx="4616795" cy="40472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1800">
                <a:solidFill>
                  <a:schemeClr val="accent1"/>
                </a:solidFill>
              </a:defRPr>
            </a:lvl1pPr>
            <a:lvl2pPr marL="0" indent="0">
              <a:buClrTx/>
              <a:buSzTx/>
              <a:buFontTx/>
              <a:buNone/>
              <a:defRPr b="1" sz="1800">
                <a:solidFill>
                  <a:schemeClr val="accent1"/>
                </a:solidFill>
              </a:defRPr>
            </a:lvl2pPr>
            <a:lvl3pPr marL="0" indent="0">
              <a:buClrTx/>
              <a:buSzTx/>
              <a:buFontTx/>
              <a:buNone/>
              <a:defRPr b="1" sz="1800">
                <a:solidFill>
                  <a:schemeClr val="accent1"/>
                </a:solidFill>
              </a:defRPr>
            </a:lvl3pPr>
            <a:lvl4pPr marL="0" indent="0">
              <a:buClrTx/>
              <a:buSzTx/>
              <a:buFontTx/>
              <a:buNone/>
              <a:defRPr b="1" sz="1800">
                <a:solidFill>
                  <a:schemeClr val="accent1"/>
                </a:solidFill>
              </a:defRPr>
            </a:lvl4pPr>
            <a:lvl5pPr marL="0" indent="0">
              <a:buClrTx/>
              <a:buSzTx/>
              <a:buFontTx/>
              <a:buNone/>
              <a:defRPr b="1" sz="18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Text Placeholder 15"/>
          <p:cNvSpPr/>
          <p:nvPr>
            <p:ph type="body" sz="quarter" idx="21" hasCustomPrompt="1"/>
          </p:nvPr>
        </p:nvSpPr>
        <p:spPr>
          <a:xfrm>
            <a:off x="720072" y="5081554"/>
            <a:ext cx="4616795" cy="49531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Month XX, 2020</a:t>
            </a:r>
          </a:p>
        </p:txBody>
      </p:sp>
      <p:sp>
        <p:nvSpPr>
          <p:cNvPr id="44" name="Picture Placeholder 4"/>
          <p:cNvSpPr/>
          <p:nvPr>
            <p:ph type="pic" sz="half" idx="22"/>
          </p:nvPr>
        </p:nvSpPr>
        <p:spPr>
          <a:xfrm>
            <a:off x="5718088" y="0"/>
            <a:ext cx="3425912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5" name="Rectangle"/>
          <p:cNvSpPr/>
          <p:nvPr/>
        </p:nvSpPr>
        <p:spPr>
          <a:xfrm>
            <a:off x="681636" y="-3521"/>
            <a:ext cx="2482446" cy="842071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46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103" y="-1189"/>
            <a:ext cx="2093125" cy="837250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with Image– Solid Gold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xample of the Presentation Title Slide"/>
          <p:cNvSpPr txBox="1"/>
          <p:nvPr>
            <p:ph type="title" hasCustomPrompt="1"/>
          </p:nvPr>
        </p:nvSpPr>
        <p:spPr>
          <a:xfrm>
            <a:off x="720073" y="2184899"/>
            <a:ext cx="4616795" cy="2561763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Example of the Presentation Title Slide</a:t>
            </a:r>
          </a:p>
        </p:txBody>
      </p:sp>
      <p:sp>
        <p:nvSpPr>
          <p:cNvPr id="55" name="Body Level One…"/>
          <p:cNvSpPr txBox="1"/>
          <p:nvPr>
            <p:ph type="body" sz="quarter" idx="1" hasCustomPrompt="1"/>
          </p:nvPr>
        </p:nvSpPr>
        <p:spPr>
          <a:xfrm>
            <a:off x="720073" y="4676835"/>
            <a:ext cx="4616795" cy="393148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1800"/>
            </a:lvl1pPr>
            <a:lvl2pPr marL="0" indent="0">
              <a:buClrTx/>
              <a:buSzTx/>
              <a:buFontTx/>
              <a:buNone/>
              <a:defRPr b="1" sz="1800"/>
            </a:lvl2pPr>
            <a:lvl3pPr marL="0" indent="0">
              <a:buClrTx/>
              <a:buSzTx/>
              <a:buFontTx/>
              <a:buNone/>
              <a:defRPr b="1" sz="1800"/>
            </a:lvl3pPr>
            <a:lvl4pPr marL="0" indent="0">
              <a:buClrTx/>
              <a:buSzTx/>
              <a:buFontTx/>
              <a:buNone/>
              <a:defRPr b="1" sz="1800"/>
            </a:lvl4pPr>
            <a:lvl5pPr marL="0" indent="0">
              <a:buClrTx/>
              <a:buSzTx/>
              <a:buFontTx/>
              <a:buNone/>
              <a:defRPr b="1" sz="1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6" name="Text Placeholder 15"/>
          <p:cNvSpPr/>
          <p:nvPr>
            <p:ph type="body" sz="quarter" idx="21" hasCustomPrompt="1"/>
          </p:nvPr>
        </p:nvSpPr>
        <p:spPr>
          <a:xfrm>
            <a:off x="720072" y="5069980"/>
            <a:ext cx="4616795" cy="49531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1800"/>
            </a:lvl1pPr>
          </a:lstStyle>
          <a:p>
            <a:pPr/>
            <a:r>
              <a:t>Month XX, 2020</a:t>
            </a:r>
          </a:p>
        </p:txBody>
      </p:sp>
      <p:sp>
        <p:nvSpPr>
          <p:cNvPr id="57" name="Picture Placeholder 4"/>
          <p:cNvSpPr/>
          <p:nvPr>
            <p:ph type="pic" sz="half" idx="22"/>
          </p:nvPr>
        </p:nvSpPr>
        <p:spPr>
          <a:xfrm>
            <a:off x="5718088" y="0"/>
            <a:ext cx="3425912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" name="Rectangle"/>
          <p:cNvSpPr/>
          <p:nvPr/>
        </p:nvSpPr>
        <p:spPr>
          <a:xfrm>
            <a:off x="681636" y="-3521"/>
            <a:ext cx="2482446" cy="842071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59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103" y="-1189"/>
            <a:ext cx="2093125" cy="837250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Slide – Solid Gold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ection Header"/>
          <p:cNvSpPr txBox="1"/>
          <p:nvPr>
            <p:ph type="title" hasCustomPrompt="1"/>
          </p:nvPr>
        </p:nvSpPr>
        <p:spPr>
          <a:xfrm>
            <a:off x="714376" y="2744659"/>
            <a:ext cx="7715251" cy="759908"/>
          </a:xfrm>
          <a:prstGeom prst="rect">
            <a:avLst/>
          </a:prstGeom>
        </p:spPr>
        <p:txBody>
          <a:bodyPr anchor="t"/>
          <a:lstStyle>
            <a:lvl1pPr>
              <a:defRPr sz="4800"/>
            </a:lvl1pPr>
          </a:lstStyle>
          <a:p>
            <a:pPr/>
            <a:r>
              <a:t>Section Header</a:t>
            </a:r>
          </a:p>
        </p:txBody>
      </p:sp>
      <p:sp>
        <p:nvSpPr>
          <p:cNvPr id="68" name="Straight Connector 7"/>
          <p:cNvSpPr/>
          <p:nvPr/>
        </p:nvSpPr>
        <p:spPr>
          <a:xfrm>
            <a:off x="730594" y="2502269"/>
            <a:ext cx="576400" cy="2"/>
          </a:xfrm>
          <a:prstGeom prst="line">
            <a:avLst/>
          </a:prstGeom>
          <a:ln w="635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" name="Body Level One…"/>
          <p:cNvSpPr txBox="1"/>
          <p:nvPr>
            <p:ph type="body" sz="quarter" idx="1" hasCustomPrompt="1"/>
          </p:nvPr>
        </p:nvSpPr>
        <p:spPr>
          <a:xfrm>
            <a:off x="714376" y="3694738"/>
            <a:ext cx="7715251" cy="407462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200"/>
            </a:lvl1pPr>
            <a:lvl2pPr marL="0" indent="0">
              <a:buClrTx/>
              <a:buSzTx/>
              <a:buFontTx/>
              <a:buNone/>
              <a:defRPr sz="2200"/>
            </a:lvl2pPr>
            <a:lvl3pPr marL="0" indent="0">
              <a:buClrTx/>
              <a:buSzTx/>
              <a:buFontTx/>
              <a:buNone/>
              <a:defRPr sz="2200"/>
            </a:lvl3pPr>
            <a:lvl4pPr marL="0" indent="0">
              <a:buClrTx/>
              <a:buSzTx/>
              <a:buFontTx/>
              <a:buNone/>
              <a:defRPr sz="2200"/>
            </a:lvl4pPr>
            <a:lvl5pPr marL="0" indent="0">
              <a:buClrTx/>
              <a:buSzTx/>
              <a:buFontTx/>
              <a:buNone/>
              <a:defRPr sz="2200"/>
            </a:lvl5pPr>
          </a:lstStyle>
          <a:p>
            <a:pPr/>
            <a:r>
              <a:t>Section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Slide – Solid 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ection Header"/>
          <p:cNvSpPr txBox="1"/>
          <p:nvPr>
            <p:ph type="title" hasCustomPrompt="1"/>
          </p:nvPr>
        </p:nvSpPr>
        <p:spPr>
          <a:xfrm>
            <a:off x="714376" y="2744660"/>
            <a:ext cx="7715251" cy="759909"/>
          </a:xfrm>
          <a:prstGeom prst="rect">
            <a:avLst/>
          </a:prstGeom>
        </p:spPr>
        <p:txBody>
          <a:bodyPr anchor="t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pPr/>
            <a:r>
              <a:t>Section Header</a:t>
            </a:r>
          </a:p>
        </p:txBody>
      </p:sp>
      <p:sp>
        <p:nvSpPr>
          <p:cNvPr id="78" name="Straight Connector 7"/>
          <p:cNvSpPr/>
          <p:nvPr/>
        </p:nvSpPr>
        <p:spPr>
          <a:xfrm>
            <a:off x="730594" y="250989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" name="Body Level One…"/>
          <p:cNvSpPr txBox="1"/>
          <p:nvPr>
            <p:ph type="body" sz="quarter" idx="1" hasCustomPrompt="1"/>
          </p:nvPr>
        </p:nvSpPr>
        <p:spPr>
          <a:xfrm>
            <a:off x="714376" y="3694738"/>
            <a:ext cx="7715251" cy="407462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200">
                <a:solidFill>
                  <a:schemeClr val="accent1"/>
                </a:solidFill>
              </a:defRPr>
            </a:lvl1pPr>
            <a:lvl2pPr marL="0" indent="0">
              <a:buClrTx/>
              <a:buSzTx/>
              <a:buFontTx/>
              <a:buNone/>
              <a:defRPr sz="2200">
                <a:solidFill>
                  <a:schemeClr val="accent1"/>
                </a:solidFill>
              </a:defRPr>
            </a:lvl2pPr>
            <a:lvl3pPr marL="0" indent="0">
              <a:buClrTx/>
              <a:buSzTx/>
              <a:buFontTx/>
              <a:buNone/>
              <a:defRPr sz="2200">
                <a:solidFill>
                  <a:schemeClr val="accent1"/>
                </a:solidFill>
              </a:defRPr>
            </a:lvl3pPr>
            <a:lvl4pPr marL="0" indent="0">
              <a:buClrTx/>
              <a:buSzTx/>
              <a:buFontTx/>
              <a:buNone/>
              <a:defRPr sz="2200">
                <a:solidFill>
                  <a:schemeClr val="accent1"/>
                </a:solidFill>
              </a:defRPr>
            </a:lvl4pPr>
            <a:lvl5pPr marL="0" indent="0">
              <a:buClrTx/>
              <a:buSzTx/>
              <a:buFontTx/>
              <a:buNone/>
              <a:defRPr sz="2200">
                <a:solidFill>
                  <a:schemeClr val="accent1"/>
                </a:solidFill>
              </a:defRPr>
            </a:lvl5pPr>
          </a:lstStyle>
          <a:p>
            <a:pPr/>
            <a:r>
              <a:t>Section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Slide –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icture Placeholder 4"/>
          <p:cNvSpPr/>
          <p:nvPr>
            <p:ph type="pic" idx="2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8" name="SECTION HEADER"/>
          <p:cNvSpPr txBox="1"/>
          <p:nvPr>
            <p:ph type="title" hasCustomPrompt="1"/>
          </p:nvPr>
        </p:nvSpPr>
        <p:spPr>
          <a:xfrm>
            <a:off x="770745" y="1763547"/>
            <a:ext cx="4186267" cy="618631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3800"/>
            </a:lvl1pPr>
          </a:lstStyle>
          <a:p>
            <a:pPr/>
            <a:r>
              <a:t>SECTION HEADER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lick to edit Master title style that runs to two lines"/>
          <p:cNvSpPr txBox="1"/>
          <p:nvPr>
            <p:ph type="title" hasCustomPrompt="1"/>
          </p:nvPr>
        </p:nvSpPr>
        <p:spPr>
          <a:xfrm>
            <a:off x="714375" y="389509"/>
            <a:ext cx="7715250" cy="1331867"/>
          </a:xfrm>
          <a:prstGeom prst="rect">
            <a:avLst/>
          </a:prstGeom>
        </p:spPr>
        <p:txBody>
          <a:bodyPr/>
          <a:lstStyle/>
          <a:p>
            <a:pPr/>
            <a:r>
              <a:t>Click to edit Master title style that runs to two lines</a:t>
            </a:r>
          </a:p>
        </p:txBody>
      </p:sp>
      <p:sp>
        <p:nvSpPr>
          <p:cNvPr id="114" name="Straight Connector 7"/>
          <p:cNvSpPr/>
          <p:nvPr/>
        </p:nvSpPr>
        <p:spPr>
          <a:xfrm>
            <a:off x="714376" y="1657861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Body Level One…"/>
          <p:cNvSpPr txBox="1"/>
          <p:nvPr>
            <p:ph type="body" idx="1"/>
          </p:nvPr>
        </p:nvSpPr>
        <p:spPr>
          <a:xfrm>
            <a:off x="714375" y="2050739"/>
            <a:ext cx="7715250" cy="3892861"/>
          </a:xfrm>
          <a:prstGeom prst="rect">
            <a:avLst/>
          </a:prstGeom>
        </p:spPr>
        <p:txBody>
          <a:bodyPr/>
          <a:lstStyle>
            <a:lvl2pPr>
              <a:buChar char="–"/>
            </a:lvl2pPr>
            <a:lvl4pPr>
              <a:buChar char="‒"/>
            </a:lvl4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Rectangle 10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7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18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7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Body Level One…"/>
          <p:cNvSpPr txBox="1"/>
          <p:nvPr>
            <p:ph type="body" sz="quarter" idx="1" hasCustomPrompt="1"/>
          </p:nvPr>
        </p:nvSpPr>
        <p:spPr>
          <a:xfrm>
            <a:off x="714375" y="1289196"/>
            <a:ext cx="3600168" cy="754605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b="1" sz="2000"/>
            </a:lvl1pPr>
            <a:lvl2pPr marL="0" indent="0">
              <a:buClrTx/>
              <a:buSzTx/>
              <a:buFontTx/>
              <a:buNone/>
              <a:defRPr b="1" sz="2000"/>
            </a:lvl2pPr>
            <a:lvl3pPr marL="0" indent="0">
              <a:buClrTx/>
              <a:buSzTx/>
              <a:buFontTx/>
              <a:buNone/>
              <a:defRPr b="1" sz="2000"/>
            </a:lvl3pPr>
            <a:lvl4pPr marL="0" indent="0">
              <a:buClrTx/>
              <a:buSzTx/>
              <a:buFontTx/>
              <a:buNone/>
              <a:defRPr b="1" sz="2000"/>
            </a:lvl4pPr>
            <a:lvl5pPr marL="0" indent="0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 column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9" name="Straight Connector 21"/>
          <p:cNvSpPr/>
          <p:nvPr/>
        </p:nvSpPr>
        <p:spPr>
          <a:xfrm flipH="1">
            <a:off x="4572000" y="1686758"/>
            <a:ext cx="2" cy="4256844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Rectangle 14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1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32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1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Body Level One…"/>
          <p:cNvSpPr txBox="1"/>
          <p:nvPr>
            <p:ph type="body" sz="quarter" idx="1" hasCustomPrompt="1"/>
          </p:nvPr>
        </p:nvSpPr>
        <p:spPr>
          <a:xfrm>
            <a:off x="714375" y="1686758"/>
            <a:ext cx="2375056" cy="75460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000"/>
            </a:lvl1pPr>
            <a:lvl2pPr marL="0" indent="0">
              <a:buClrTx/>
              <a:buSzTx/>
              <a:buFontTx/>
              <a:buNone/>
              <a:defRPr b="1" sz="2000"/>
            </a:lvl2pPr>
            <a:lvl3pPr marL="0" indent="0">
              <a:buClrTx/>
              <a:buSzTx/>
              <a:buFontTx/>
              <a:buNone/>
              <a:defRPr b="1" sz="2000"/>
            </a:lvl3pPr>
            <a:lvl4pPr marL="0" indent="0">
              <a:buClrTx/>
              <a:buSzTx/>
              <a:buFontTx/>
              <a:buNone/>
              <a:defRPr b="1" sz="2000"/>
            </a:lvl4pPr>
            <a:lvl5pPr marL="0" indent="0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 column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3" name="Straight Connector 11"/>
          <p:cNvSpPr/>
          <p:nvPr/>
        </p:nvSpPr>
        <p:spPr>
          <a:xfrm flipH="1">
            <a:off x="5854822" y="1679382"/>
            <a:ext cx="2" cy="4264221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Straight Connector 10"/>
          <p:cNvSpPr/>
          <p:nvPr/>
        </p:nvSpPr>
        <p:spPr>
          <a:xfrm flipH="1">
            <a:off x="3282517" y="1679382"/>
            <a:ext cx="2" cy="4264221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Rectangle 18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6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47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6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" name="Body Level One…"/>
          <p:cNvSpPr txBox="1"/>
          <p:nvPr>
            <p:ph type="body" sz="quarter" idx="1" hasCustomPrompt="1"/>
          </p:nvPr>
        </p:nvSpPr>
        <p:spPr>
          <a:xfrm>
            <a:off x="714376" y="1686758"/>
            <a:ext cx="1769150" cy="75460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000"/>
            </a:lvl1pPr>
            <a:lvl2pPr marL="0" indent="0">
              <a:buClrTx/>
              <a:buSzTx/>
              <a:buFontTx/>
              <a:buNone/>
              <a:defRPr b="1" sz="2000"/>
            </a:lvl2pPr>
            <a:lvl3pPr marL="0" indent="0">
              <a:buClrTx/>
              <a:buSzTx/>
              <a:buFontTx/>
              <a:buNone/>
              <a:defRPr b="1" sz="2000"/>
            </a:lvl3pPr>
            <a:lvl4pPr marL="0" indent="0">
              <a:buClrTx/>
              <a:buSzTx/>
              <a:buFontTx/>
              <a:buNone/>
              <a:defRPr b="1" sz="2000"/>
            </a:lvl4pPr>
            <a:lvl5pPr marL="0" indent="0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 column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8" name="Straight Connector 10"/>
          <p:cNvSpPr/>
          <p:nvPr/>
        </p:nvSpPr>
        <p:spPr>
          <a:xfrm flipH="1">
            <a:off x="2643188" y="1686756"/>
            <a:ext cx="2" cy="4256845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" name="Straight Connector 21"/>
          <p:cNvSpPr/>
          <p:nvPr/>
        </p:nvSpPr>
        <p:spPr>
          <a:xfrm flipH="1">
            <a:off x="4572000" y="1686758"/>
            <a:ext cx="2" cy="429363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" name="Straight Connector 11"/>
          <p:cNvSpPr/>
          <p:nvPr/>
        </p:nvSpPr>
        <p:spPr>
          <a:xfrm flipH="1">
            <a:off x="6505574" y="1686756"/>
            <a:ext cx="2" cy="4256845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Rectangle 20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2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63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x1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2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714376" y="1686758"/>
            <a:ext cx="7716440" cy="329186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000"/>
            </a:lvl1pPr>
            <a:lvl2pPr marL="0" indent="0">
              <a:buClrTx/>
              <a:buSzTx/>
              <a:buFontTx/>
              <a:buNone/>
              <a:defRPr b="1" sz="2000"/>
            </a:lvl2pPr>
            <a:lvl3pPr marL="0" indent="0">
              <a:buClrTx/>
              <a:buSzTx/>
              <a:buFontTx/>
              <a:buNone/>
              <a:defRPr b="1" sz="2000"/>
            </a:lvl3pPr>
            <a:lvl4pPr marL="0" indent="0">
              <a:buClrTx/>
              <a:buSzTx/>
              <a:buFontTx/>
              <a:buNone/>
              <a:defRPr b="1" sz="2000"/>
            </a:lvl4pPr>
            <a:lvl5pPr marL="0" indent="0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 row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4" name="Straight Connector 8"/>
          <p:cNvSpPr/>
          <p:nvPr/>
        </p:nvSpPr>
        <p:spPr>
          <a:xfrm>
            <a:off x="711992" y="3038019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" name="Straight Connector 31"/>
          <p:cNvSpPr/>
          <p:nvPr/>
        </p:nvSpPr>
        <p:spPr>
          <a:xfrm>
            <a:off x="713182" y="4580501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Rectangle 14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7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78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87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" name="Body Level One…"/>
          <p:cNvSpPr txBox="1"/>
          <p:nvPr>
            <p:ph type="body" sz="quarter" idx="1" hasCustomPrompt="1"/>
          </p:nvPr>
        </p:nvSpPr>
        <p:spPr>
          <a:xfrm>
            <a:off x="714376" y="1686759"/>
            <a:ext cx="3566880" cy="31959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000"/>
            </a:lvl1pPr>
            <a:lvl2pPr marL="0" indent="0">
              <a:buClrTx/>
              <a:buSzTx/>
              <a:buFontTx/>
              <a:buNone/>
              <a:defRPr b="1" sz="2000"/>
            </a:lvl2pPr>
            <a:lvl3pPr marL="0" indent="0">
              <a:buClrTx/>
              <a:buSzTx/>
              <a:buFontTx/>
              <a:buNone/>
              <a:defRPr b="1" sz="2000"/>
            </a:lvl3pPr>
            <a:lvl4pPr marL="0" indent="0">
              <a:buClrTx/>
              <a:buSzTx/>
              <a:buFontTx/>
              <a:buNone/>
              <a:defRPr b="1" sz="2000"/>
            </a:lvl4pPr>
            <a:lvl5pPr marL="0" indent="0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 row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9" name="Straight Connector 8"/>
          <p:cNvSpPr/>
          <p:nvPr/>
        </p:nvSpPr>
        <p:spPr>
          <a:xfrm>
            <a:off x="711992" y="3098307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Straight Connector 31"/>
          <p:cNvSpPr/>
          <p:nvPr/>
        </p:nvSpPr>
        <p:spPr>
          <a:xfrm>
            <a:off x="713182" y="4520212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Straight Connector 27"/>
          <p:cNvSpPr/>
          <p:nvPr/>
        </p:nvSpPr>
        <p:spPr>
          <a:xfrm flipH="1">
            <a:off x="4572000" y="1686758"/>
            <a:ext cx="2" cy="429363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Rectangle 28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3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94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4x1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03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" name="Body Level One…"/>
          <p:cNvSpPr txBox="1"/>
          <p:nvPr>
            <p:ph type="body" sz="quarter" idx="1" hasCustomPrompt="1"/>
          </p:nvPr>
        </p:nvSpPr>
        <p:spPr>
          <a:xfrm>
            <a:off x="714376" y="1686759"/>
            <a:ext cx="3579003" cy="31959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000"/>
            </a:lvl1pPr>
            <a:lvl2pPr marL="0" indent="0">
              <a:buClrTx/>
              <a:buSzTx/>
              <a:buFontTx/>
              <a:buNone/>
              <a:defRPr b="1" sz="2000"/>
            </a:lvl2pPr>
            <a:lvl3pPr marL="0" indent="0">
              <a:buClrTx/>
              <a:buSzTx/>
              <a:buFontTx/>
              <a:buNone/>
              <a:defRPr b="1" sz="2000"/>
            </a:lvl3pPr>
            <a:lvl4pPr marL="0" indent="0">
              <a:buClrTx/>
              <a:buSzTx/>
              <a:buFontTx/>
              <a:buNone/>
              <a:defRPr b="1" sz="2000"/>
            </a:lvl4pPr>
            <a:lvl5pPr marL="0" indent="0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 row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5" name="Straight Connector 8"/>
          <p:cNvSpPr/>
          <p:nvPr/>
        </p:nvSpPr>
        <p:spPr>
          <a:xfrm>
            <a:off x="711992" y="2660475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" name="Straight Connector 31"/>
          <p:cNvSpPr/>
          <p:nvPr/>
        </p:nvSpPr>
        <p:spPr>
          <a:xfrm>
            <a:off x="713182" y="3691764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" name="Straight Connector 15"/>
          <p:cNvSpPr/>
          <p:nvPr/>
        </p:nvSpPr>
        <p:spPr>
          <a:xfrm>
            <a:off x="714378" y="4785197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Straight Connector 33"/>
          <p:cNvSpPr/>
          <p:nvPr/>
        </p:nvSpPr>
        <p:spPr>
          <a:xfrm flipH="1">
            <a:off x="4572000" y="1686758"/>
            <a:ext cx="2" cy="429363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Rectangle 32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0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11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0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" name="Body Level One…"/>
          <p:cNvSpPr txBox="1"/>
          <p:nvPr>
            <p:ph type="body" sz="quarter" idx="1" hasCustomPrompt="1"/>
          </p:nvPr>
        </p:nvSpPr>
        <p:spPr>
          <a:xfrm>
            <a:off x="714375" y="1756429"/>
            <a:ext cx="3600168" cy="374039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2000"/>
            </a:lvl1pPr>
            <a:lvl2pPr marL="0" indent="0">
              <a:buClrTx/>
              <a:buSzTx/>
              <a:buFontTx/>
              <a:buNone/>
              <a:defRPr b="1" sz="2000"/>
            </a:lvl2pPr>
            <a:lvl3pPr marL="0" indent="0">
              <a:buClrTx/>
              <a:buSzTx/>
              <a:buFontTx/>
              <a:buNone/>
              <a:defRPr b="1" sz="2000"/>
            </a:lvl3pPr>
            <a:lvl4pPr marL="0" indent="0">
              <a:buClrTx/>
              <a:buSzTx/>
              <a:buFontTx/>
              <a:buNone/>
              <a:defRPr b="1" sz="2000"/>
            </a:lvl4pPr>
            <a:lvl5pPr marL="0" indent="0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 column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2" name="Straight Connector 7"/>
          <p:cNvSpPr/>
          <p:nvPr/>
        </p:nvSpPr>
        <p:spPr>
          <a:xfrm>
            <a:off x="711992" y="3790765"/>
            <a:ext cx="7717635" cy="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" name="Straight Connector 21"/>
          <p:cNvSpPr/>
          <p:nvPr/>
        </p:nvSpPr>
        <p:spPr>
          <a:xfrm flipH="1">
            <a:off x="4572000" y="1679385"/>
            <a:ext cx="2" cy="4272767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" name="Rectangle 20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25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26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 Sta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5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Body Level One…"/>
          <p:cNvSpPr txBox="1"/>
          <p:nvPr>
            <p:ph type="body" sz="quarter" idx="1" hasCustomPrompt="1"/>
          </p:nvPr>
        </p:nvSpPr>
        <p:spPr>
          <a:xfrm>
            <a:off x="704310" y="2849850"/>
            <a:ext cx="1306682" cy="7873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4100"/>
            </a:lvl1pPr>
            <a:lvl2pPr marL="0" indent="0">
              <a:buClrTx/>
              <a:buSzTx/>
              <a:buFontTx/>
              <a:buNone/>
              <a:defRPr b="1" sz="4100"/>
            </a:lvl2pPr>
            <a:lvl3pPr marL="0" indent="0">
              <a:buClrTx/>
              <a:buSzTx/>
              <a:buFontTx/>
              <a:buNone/>
              <a:defRPr b="1" sz="4100"/>
            </a:lvl3pPr>
            <a:lvl4pPr marL="0" indent="0">
              <a:buClrTx/>
              <a:buSzTx/>
              <a:buFontTx/>
              <a:buNone/>
              <a:defRPr b="1" sz="4100"/>
            </a:lvl4pPr>
            <a:lvl5pPr marL="0" indent="0">
              <a:buClrTx/>
              <a:buSzTx/>
              <a:buFontTx/>
              <a:buNone/>
              <a:defRPr b="1" sz="4100"/>
            </a:lvl5pPr>
          </a:lstStyle>
          <a:p>
            <a:pPr/>
            <a:r>
              <a:t>Stat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7" name="Picture Placeholder 50"/>
          <p:cNvSpPr/>
          <p:nvPr>
            <p:ph type="pic" sz="quarter" idx="21"/>
          </p:nvPr>
        </p:nvSpPr>
        <p:spPr>
          <a:xfrm>
            <a:off x="2141220" y="2469134"/>
            <a:ext cx="940543" cy="93049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8" name="Straight Connector 13"/>
          <p:cNvSpPr/>
          <p:nvPr/>
        </p:nvSpPr>
        <p:spPr>
          <a:xfrm>
            <a:off x="672383" y="3573314"/>
            <a:ext cx="2409379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Straight Connector 19"/>
          <p:cNvSpPr/>
          <p:nvPr/>
        </p:nvSpPr>
        <p:spPr>
          <a:xfrm>
            <a:off x="3404927" y="3573314"/>
            <a:ext cx="2409378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" name="Straight Connector 26"/>
          <p:cNvSpPr/>
          <p:nvPr/>
        </p:nvSpPr>
        <p:spPr>
          <a:xfrm>
            <a:off x="6137471" y="3573314"/>
            <a:ext cx="2409378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" name="Rectangle 17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2" name="Picture Placeholder 50"/>
          <p:cNvSpPr/>
          <p:nvPr>
            <p:ph type="pic" sz="quarter" idx="22"/>
          </p:nvPr>
        </p:nvSpPr>
        <p:spPr>
          <a:xfrm>
            <a:off x="4873761" y="2484683"/>
            <a:ext cx="940544" cy="93049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3" name="Picture Placeholder 50"/>
          <p:cNvSpPr/>
          <p:nvPr>
            <p:ph type="pic" sz="quarter" idx="23"/>
          </p:nvPr>
        </p:nvSpPr>
        <p:spPr>
          <a:xfrm>
            <a:off x="7606307" y="2484683"/>
            <a:ext cx="940543" cy="93049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4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45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4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" name="Straight Connector 7"/>
          <p:cNvSpPr/>
          <p:nvPr/>
        </p:nvSpPr>
        <p:spPr>
          <a:xfrm>
            <a:off x="1901900" y="2921860"/>
            <a:ext cx="5333264" cy="2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" name="Oval 1"/>
          <p:cNvSpPr/>
          <p:nvPr/>
        </p:nvSpPr>
        <p:spPr>
          <a:xfrm>
            <a:off x="1216102" y="2266313"/>
            <a:ext cx="1371603" cy="1371603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57" name="Picture Placeholder 3"/>
          <p:cNvSpPr/>
          <p:nvPr>
            <p:ph type="pic" sz="quarter" idx="21"/>
          </p:nvPr>
        </p:nvSpPr>
        <p:spPr>
          <a:xfrm>
            <a:off x="1472729" y="2553043"/>
            <a:ext cx="886809" cy="8781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58" name="Body Level One…"/>
          <p:cNvSpPr txBox="1"/>
          <p:nvPr>
            <p:ph type="body" sz="quarter" idx="1" hasCustomPrompt="1"/>
          </p:nvPr>
        </p:nvSpPr>
        <p:spPr>
          <a:xfrm>
            <a:off x="714375" y="4078663"/>
            <a:ext cx="2375056" cy="754604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 b="1" sz="2000"/>
            </a:lvl1pPr>
            <a:lvl2pPr marL="0" indent="0" algn="ctr">
              <a:buClrTx/>
              <a:buSzTx/>
              <a:buFontTx/>
              <a:buNone/>
              <a:defRPr b="1" sz="2000"/>
            </a:lvl2pPr>
            <a:lvl3pPr marL="0" indent="0" algn="ctr">
              <a:buClrTx/>
              <a:buSzTx/>
              <a:buFontTx/>
              <a:buNone/>
              <a:defRPr b="1" sz="2000"/>
            </a:lvl3pPr>
            <a:lvl4pPr marL="0" indent="0" algn="ctr">
              <a:buClrTx/>
              <a:buSzTx/>
              <a:buFontTx/>
              <a:buNone/>
              <a:defRPr b="1" sz="2000"/>
            </a:lvl4pPr>
            <a:lvl5pPr marL="0" indent="0" algn="ctr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edititem or step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9" name="Rectangle 17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60" name="Oval 28"/>
          <p:cNvSpPr/>
          <p:nvPr/>
        </p:nvSpPr>
        <p:spPr>
          <a:xfrm>
            <a:off x="3859924" y="2266313"/>
            <a:ext cx="1371603" cy="1371603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61" name="Picture Placeholder 3"/>
          <p:cNvSpPr/>
          <p:nvPr>
            <p:ph type="pic" sz="quarter" idx="22"/>
          </p:nvPr>
        </p:nvSpPr>
        <p:spPr>
          <a:xfrm>
            <a:off x="4103299" y="2553043"/>
            <a:ext cx="886811" cy="8781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62" name="Oval 30"/>
          <p:cNvSpPr/>
          <p:nvPr/>
        </p:nvSpPr>
        <p:spPr>
          <a:xfrm>
            <a:off x="6503747" y="2265938"/>
            <a:ext cx="1371603" cy="1371604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63" name="Picture Placeholder 3"/>
          <p:cNvSpPr/>
          <p:nvPr>
            <p:ph type="pic" sz="quarter" idx="23"/>
          </p:nvPr>
        </p:nvSpPr>
        <p:spPr>
          <a:xfrm>
            <a:off x="6760374" y="2552668"/>
            <a:ext cx="886811" cy="87817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64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65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ur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4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" name="Straight Connector 31"/>
          <p:cNvSpPr/>
          <p:nvPr/>
        </p:nvSpPr>
        <p:spPr>
          <a:xfrm>
            <a:off x="1901900" y="2921860"/>
            <a:ext cx="5333264" cy="2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6" name="Body Level One…"/>
          <p:cNvSpPr txBox="1"/>
          <p:nvPr>
            <p:ph type="body" sz="quarter" idx="1" hasCustomPrompt="1"/>
          </p:nvPr>
        </p:nvSpPr>
        <p:spPr>
          <a:xfrm>
            <a:off x="714375" y="4078663"/>
            <a:ext cx="1769150" cy="754604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 b="1" sz="2000"/>
            </a:lvl1pPr>
            <a:lvl2pPr marL="0" indent="0" algn="ctr">
              <a:buClrTx/>
              <a:buSzTx/>
              <a:buFontTx/>
              <a:buNone/>
              <a:defRPr b="1" sz="2000"/>
            </a:lvl2pPr>
            <a:lvl3pPr marL="0" indent="0" algn="ctr">
              <a:buClrTx/>
              <a:buSzTx/>
              <a:buFontTx/>
              <a:buNone/>
              <a:defRPr b="1" sz="2000"/>
            </a:lvl3pPr>
            <a:lvl4pPr marL="0" indent="0" algn="ctr">
              <a:buClrTx/>
              <a:buSzTx/>
              <a:buFontTx/>
              <a:buNone/>
              <a:defRPr b="1" sz="2000"/>
            </a:lvl4pPr>
            <a:lvl5pPr marL="0" indent="0" algn="ctr">
              <a:buClrTx/>
              <a:buSzTx/>
              <a:buFontTx/>
              <a:buNone/>
              <a:defRPr b="1" sz="2000"/>
            </a:lvl5pPr>
          </a:lstStyle>
          <a:p>
            <a:pPr/>
            <a:r>
              <a:t>Click to edititem or step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77" name="Rectangle 15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8" name="Oval 35"/>
          <p:cNvSpPr/>
          <p:nvPr/>
        </p:nvSpPr>
        <p:spPr>
          <a:xfrm>
            <a:off x="952783" y="2244525"/>
            <a:ext cx="1371604" cy="1371603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79" name="Picture Placeholder 3"/>
          <p:cNvSpPr/>
          <p:nvPr>
            <p:ph type="pic" sz="quarter" idx="21"/>
          </p:nvPr>
        </p:nvSpPr>
        <p:spPr>
          <a:xfrm>
            <a:off x="1169656" y="2531255"/>
            <a:ext cx="886809" cy="87817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80" name="Oval 37"/>
          <p:cNvSpPr/>
          <p:nvPr/>
        </p:nvSpPr>
        <p:spPr>
          <a:xfrm>
            <a:off x="2905811" y="2266313"/>
            <a:ext cx="1371603" cy="1371603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81" name="Picture Placeholder 3"/>
          <p:cNvSpPr/>
          <p:nvPr>
            <p:ph type="pic" sz="quarter" idx="22"/>
          </p:nvPr>
        </p:nvSpPr>
        <p:spPr>
          <a:xfrm>
            <a:off x="3205971" y="2546986"/>
            <a:ext cx="806297" cy="7984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82" name="Oval 39"/>
          <p:cNvSpPr/>
          <p:nvPr/>
        </p:nvSpPr>
        <p:spPr>
          <a:xfrm>
            <a:off x="4887655" y="2266313"/>
            <a:ext cx="1371603" cy="1371603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83" name="Picture Placeholder 3"/>
          <p:cNvSpPr/>
          <p:nvPr>
            <p:ph type="pic" sz="quarter" idx="23"/>
          </p:nvPr>
        </p:nvSpPr>
        <p:spPr>
          <a:xfrm>
            <a:off x="5167367" y="2546986"/>
            <a:ext cx="825548" cy="8175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84" name="Oval 41"/>
          <p:cNvSpPr/>
          <p:nvPr/>
        </p:nvSpPr>
        <p:spPr>
          <a:xfrm>
            <a:off x="6819613" y="2244525"/>
            <a:ext cx="1371603" cy="1371603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85" name="Picture Placeholder 3"/>
          <p:cNvSpPr/>
          <p:nvPr>
            <p:ph type="pic" sz="quarter" idx="24"/>
          </p:nvPr>
        </p:nvSpPr>
        <p:spPr>
          <a:xfrm>
            <a:off x="7086775" y="2525203"/>
            <a:ext cx="825550" cy="8175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86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87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6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7" name="Picture Placeholder 3"/>
          <p:cNvSpPr/>
          <p:nvPr>
            <p:ph type="pic" sz="quarter" idx="21"/>
          </p:nvPr>
        </p:nvSpPr>
        <p:spPr>
          <a:xfrm>
            <a:off x="711993" y="1684459"/>
            <a:ext cx="2377682" cy="16216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98" name="Body Level One…"/>
          <p:cNvSpPr txBox="1"/>
          <p:nvPr>
            <p:ph type="body" sz="quarter" idx="1" hasCustomPrompt="1"/>
          </p:nvPr>
        </p:nvSpPr>
        <p:spPr>
          <a:xfrm>
            <a:off x="714375" y="3548915"/>
            <a:ext cx="2375056" cy="75460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1800"/>
            </a:lvl1pPr>
            <a:lvl2pPr marL="0" indent="0">
              <a:buClrTx/>
              <a:buSzTx/>
              <a:buFontTx/>
              <a:buNone/>
              <a:defRPr b="1" sz="1800"/>
            </a:lvl2pPr>
            <a:lvl3pPr marL="0" indent="0">
              <a:buClrTx/>
              <a:buSzTx/>
              <a:buFontTx/>
              <a:buNone/>
              <a:defRPr b="1" sz="1800"/>
            </a:lvl3pPr>
            <a:lvl4pPr marL="0" indent="0">
              <a:buClrTx/>
              <a:buSzTx/>
              <a:buFontTx/>
              <a:buNone/>
              <a:defRPr b="1" sz="1800"/>
            </a:lvl4pPr>
            <a:lvl5pPr marL="0" indent="0">
              <a:buClrTx/>
              <a:buSzTx/>
              <a:buFontTx/>
              <a:buNone/>
              <a:defRPr b="1" sz="1800"/>
            </a:lvl5pPr>
          </a:lstStyle>
          <a:p>
            <a:pPr/>
            <a:r>
              <a:t>Click to edit column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9" name="Straight Connector 10"/>
          <p:cNvSpPr/>
          <p:nvPr/>
        </p:nvSpPr>
        <p:spPr>
          <a:xfrm flipH="1">
            <a:off x="3282517" y="1679382"/>
            <a:ext cx="2" cy="4264221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0" name="Picture Placeholder 3"/>
          <p:cNvSpPr/>
          <p:nvPr>
            <p:ph type="pic" sz="quarter" idx="22"/>
          </p:nvPr>
        </p:nvSpPr>
        <p:spPr>
          <a:xfrm>
            <a:off x="3451835" y="1677610"/>
            <a:ext cx="2240485" cy="16216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01" name="Straight Connector 11"/>
          <p:cNvSpPr/>
          <p:nvPr/>
        </p:nvSpPr>
        <p:spPr>
          <a:xfrm flipH="1">
            <a:off x="5854822" y="1679382"/>
            <a:ext cx="2" cy="4264221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" name="Picture Placeholder 3"/>
          <p:cNvSpPr/>
          <p:nvPr>
            <p:ph type="pic" sz="quarter" idx="23"/>
          </p:nvPr>
        </p:nvSpPr>
        <p:spPr>
          <a:xfrm>
            <a:off x="6054480" y="1684459"/>
            <a:ext cx="2375145" cy="16216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03" name="Rectangle 22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04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05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ur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4" name="Straight Connector 6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5" name="Picture Placeholder 3"/>
          <p:cNvSpPr/>
          <p:nvPr>
            <p:ph type="pic" sz="quarter" idx="21"/>
          </p:nvPr>
        </p:nvSpPr>
        <p:spPr>
          <a:xfrm>
            <a:off x="711993" y="1684459"/>
            <a:ext cx="1780456" cy="16216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16" name="Body Level One…"/>
          <p:cNvSpPr txBox="1"/>
          <p:nvPr>
            <p:ph type="body" sz="quarter" idx="1" hasCustomPrompt="1"/>
          </p:nvPr>
        </p:nvSpPr>
        <p:spPr>
          <a:xfrm>
            <a:off x="714376" y="3545058"/>
            <a:ext cx="1769150" cy="75460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b="1" sz="1800"/>
            </a:lvl1pPr>
            <a:lvl2pPr marL="0" indent="0">
              <a:buClrTx/>
              <a:buSzTx/>
              <a:buFontTx/>
              <a:buNone/>
              <a:defRPr b="1" sz="1800"/>
            </a:lvl2pPr>
            <a:lvl3pPr marL="0" indent="0">
              <a:buClrTx/>
              <a:buSzTx/>
              <a:buFontTx/>
              <a:buNone/>
              <a:defRPr b="1" sz="1800"/>
            </a:lvl3pPr>
            <a:lvl4pPr marL="0" indent="0">
              <a:buClrTx/>
              <a:buSzTx/>
              <a:buFontTx/>
              <a:buNone/>
              <a:defRPr b="1" sz="1800"/>
            </a:lvl4pPr>
            <a:lvl5pPr marL="0" indent="0">
              <a:buClrTx/>
              <a:buSzTx/>
              <a:buFontTx/>
              <a:buNone/>
              <a:defRPr b="1" sz="1800"/>
            </a:lvl5pPr>
          </a:lstStyle>
          <a:p>
            <a:pPr/>
            <a:r>
              <a:t>Click to edit column header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7" name="Straight Connector 10"/>
          <p:cNvSpPr/>
          <p:nvPr/>
        </p:nvSpPr>
        <p:spPr>
          <a:xfrm flipH="1">
            <a:off x="2580883" y="1686756"/>
            <a:ext cx="2" cy="4256845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8" name="Picture Placeholder 3"/>
          <p:cNvSpPr/>
          <p:nvPr>
            <p:ph type="pic" sz="quarter" idx="22"/>
          </p:nvPr>
        </p:nvSpPr>
        <p:spPr>
          <a:xfrm>
            <a:off x="2695020" y="1684459"/>
            <a:ext cx="1780457" cy="16216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19" name="Straight Connector 21"/>
          <p:cNvSpPr/>
          <p:nvPr/>
        </p:nvSpPr>
        <p:spPr>
          <a:xfrm flipH="1">
            <a:off x="4571805" y="1686758"/>
            <a:ext cx="2" cy="4293632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0" name="Picture Placeholder 3"/>
          <p:cNvSpPr/>
          <p:nvPr>
            <p:ph type="pic" sz="quarter" idx="23"/>
          </p:nvPr>
        </p:nvSpPr>
        <p:spPr>
          <a:xfrm>
            <a:off x="4678050" y="1684459"/>
            <a:ext cx="1780456" cy="16216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21" name="Straight Connector 11"/>
          <p:cNvSpPr/>
          <p:nvPr/>
        </p:nvSpPr>
        <p:spPr>
          <a:xfrm flipH="1">
            <a:off x="6562724" y="1686756"/>
            <a:ext cx="2" cy="4256845"/>
          </a:xfrm>
          <a:prstGeom prst="line">
            <a:avLst/>
          </a:prstGeom>
          <a:ln w="6350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2" name="Picture Placeholder 3"/>
          <p:cNvSpPr/>
          <p:nvPr>
            <p:ph type="pic" sz="quarter" idx="24"/>
          </p:nvPr>
        </p:nvSpPr>
        <p:spPr>
          <a:xfrm>
            <a:off x="6661077" y="1680691"/>
            <a:ext cx="1762026" cy="16216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23" name="Rectangle 22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24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25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lick to edit Title"/>
          <p:cNvSpPr txBox="1"/>
          <p:nvPr>
            <p:ph type="title" hasCustomPrompt="1"/>
          </p:nvPr>
        </p:nvSpPr>
        <p:spPr>
          <a:xfrm>
            <a:off x="711993" y="498295"/>
            <a:ext cx="3945733" cy="896118"/>
          </a:xfrm>
          <a:prstGeom prst="rect">
            <a:avLst/>
          </a:prstGeom>
        </p:spPr>
        <p:txBody>
          <a:bodyPr/>
          <a:lstStyle/>
          <a:p>
            <a:pPr/>
            <a:r>
              <a:t>Click to edit Title</a:t>
            </a:r>
          </a:p>
        </p:txBody>
      </p:sp>
      <p:sp>
        <p:nvSpPr>
          <p:cNvPr id="334" name="Body Level One…"/>
          <p:cNvSpPr txBox="1"/>
          <p:nvPr>
            <p:ph type="body" sz="half" idx="1"/>
          </p:nvPr>
        </p:nvSpPr>
        <p:spPr>
          <a:xfrm>
            <a:off x="714375" y="1686758"/>
            <a:ext cx="3943352" cy="425684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5" name="Picture Placeholder 4"/>
          <p:cNvSpPr/>
          <p:nvPr>
            <p:ph type="pic" sz="half" idx="21"/>
          </p:nvPr>
        </p:nvSpPr>
        <p:spPr>
          <a:xfrm>
            <a:off x="5378651" y="1"/>
            <a:ext cx="3771902" cy="63895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itle Text"/>
          <p:cNvSpPr txBox="1"/>
          <p:nvPr>
            <p:ph type="title"/>
          </p:nvPr>
        </p:nvSpPr>
        <p:spPr>
          <a:xfrm>
            <a:off x="714375" y="365125"/>
            <a:ext cx="3940879" cy="133186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4" name="Straight Connector 16"/>
          <p:cNvSpPr/>
          <p:nvPr/>
        </p:nvSpPr>
        <p:spPr>
          <a:xfrm>
            <a:off x="714376" y="1642622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5" name="Body Level One…"/>
          <p:cNvSpPr txBox="1"/>
          <p:nvPr>
            <p:ph type="body" sz="half" idx="1"/>
          </p:nvPr>
        </p:nvSpPr>
        <p:spPr>
          <a:xfrm>
            <a:off x="714373" y="1962386"/>
            <a:ext cx="3949840" cy="3981214"/>
          </a:xfrm>
          <a:prstGeom prst="rect">
            <a:avLst/>
          </a:prstGeom>
        </p:spPr>
        <p:txBody>
          <a:bodyPr/>
          <a:lstStyle>
            <a:lvl2pPr>
              <a:buChar char="–"/>
            </a:lvl2pPr>
            <a:lvl4pPr>
              <a:buChar char="‒"/>
            </a:lvl4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6" name="Picture Placeholder 4"/>
          <p:cNvSpPr/>
          <p:nvPr>
            <p:ph type="pic" sz="quarter" idx="21"/>
          </p:nvPr>
        </p:nvSpPr>
        <p:spPr>
          <a:xfrm>
            <a:off x="5369626" y="1"/>
            <a:ext cx="1862555" cy="31914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7" name="Picture Placeholder 4"/>
          <p:cNvSpPr/>
          <p:nvPr>
            <p:ph type="pic" sz="quarter" idx="22"/>
          </p:nvPr>
        </p:nvSpPr>
        <p:spPr>
          <a:xfrm>
            <a:off x="7285221" y="1"/>
            <a:ext cx="1862555" cy="31914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8" name="Picture Placeholder 4"/>
          <p:cNvSpPr/>
          <p:nvPr>
            <p:ph type="pic" sz="quarter" idx="23"/>
          </p:nvPr>
        </p:nvSpPr>
        <p:spPr>
          <a:xfrm>
            <a:off x="5369626" y="3234551"/>
            <a:ext cx="3774376" cy="31638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9" name="Rectangle 10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50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51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itle Text"/>
          <p:cNvSpPr txBox="1"/>
          <p:nvPr>
            <p:ph type="title"/>
          </p:nvPr>
        </p:nvSpPr>
        <p:spPr>
          <a:xfrm>
            <a:off x="711993" y="494272"/>
            <a:ext cx="7717633" cy="869090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pPr/>
            <a:r>
              <a:t>Title Text</a:t>
            </a:r>
          </a:p>
        </p:txBody>
      </p:sp>
      <p:sp>
        <p:nvSpPr>
          <p:cNvPr id="360" name="Straight Connector 7"/>
          <p:cNvSpPr/>
          <p:nvPr/>
        </p:nvSpPr>
        <p:spPr>
          <a:xfrm>
            <a:off x="711993" y="1310021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1" name="Rectangle 11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62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63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losing Slid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hank you"/>
          <p:cNvSpPr txBox="1"/>
          <p:nvPr>
            <p:ph type="title" hasCustomPrompt="1"/>
          </p:nvPr>
        </p:nvSpPr>
        <p:spPr>
          <a:xfrm>
            <a:off x="711993" y="3214770"/>
            <a:ext cx="5372490" cy="1160371"/>
          </a:xfrm>
          <a:prstGeom prst="rect">
            <a:avLst/>
          </a:prstGeom>
        </p:spPr>
        <p:txBody>
          <a:bodyPr anchor="t"/>
          <a:lstStyle>
            <a:lvl1pPr>
              <a:defRPr sz="5200"/>
            </a:lvl1pPr>
          </a:lstStyle>
          <a:p>
            <a:pPr/>
            <a:r>
              <a:t>Thank you</a:t>
            </a:r>
          </a:p>
        </p:txBody>
      </p:sp>
      <p:sp>
        <p:nvSpPr>
          <p:cNvPr id="372" name="Straight Connector 11"/>
          <p:cNvSpPr/>
          <p:nvPr/>
        </p:nvSpPr>
        <p:spPr>
          <a:xfrm>
            <a:off x="730594" y="2923613"/>
            <a:ext cx="576400" cy="2"/>
          </a:xfrm>
          <a:prstGeom prst="line">
            <a:avLst/>
          </a:prstGeom>
          <a:ln w="635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" name="Body Level One…"/>
          <p:cNvSpPr txBox="1"/>
          <p:nvPr>
            <p:ph type="body" sz="quarter" idx="1" hasCustomPrompt="1"/>
          </p:nvPr>
        </p:nvSpPr>
        <p:spPr>
          <a:xfrm>
            <a:off x="6471287" y="3087122"/>
            <a:ext cx="2015282" cy="1498331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1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1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1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1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1200"/>
            </a:lvl5pPr>
          </a:lstStyle>
          <a:p>
            <a:pPr/>
            <a:r>
              <a:t>Contact Person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74" name="Rectangle 3"/>
          <p:cNvSpPr/>
          <p:nvPr/>
        </p:nvSpPr>
        <p:spPr>
          <a:xfrm>
            <a:off x="711993" y="4789292"/>
            <a:ext cx="292610" cy="30008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375" name="Text Placeholder 2"/>
          <p:cNvSpPr/>
          <p:nvPr>
            <p:ph type="body" sz="quarter" idx="21" hasCustomPrompt="1"/>
          </p:nvPr>
        </p:nvSpPr>
        <p:spPr>
          <a:xfrm>
            <a:off x="989433" y="4789292"/>
            <a:ext cx="1719074" cy="300084"/>
          </a:xfrm>
          <a:prstGeom prst="rect">
            <a:avLst/>
          </a:prstGeom>
          <a:solidFill>
            <a:srgbClr val="000000"/>
          </a:solidFill>
        </p:spPr>
        <p:txBody>
          <a:bodyPr lIns="45718" tIns="45718" rIns="45718" bIns="45718"/>
          <a:lstStyle>
            <a:lvl1pPr marL="0" indent="0">
              <a:buClrTx/>
              <a:buSzTx/>
              <a:buFontTx/>
              <a:buNone/>
              <a:defRPr sz="13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/>
            <a:r>
              <a:t>Insert Web Address</a:t>
            </a:r>
          </a:p>
        </p:txBody>
      </p:sp>
      <p:grpSp>
        <p:nvGrpSpPr>
          <p:cNvPr id="378" name="Group 14"/>
          <p:cNvGrpSpPr/>
          <p:nvPr/>
        </p:nvGrpSpPr>
        <p:grpSpPr>
          <a:xfrm>
            <a:off x="803453" y="4864145"/>
            <a:ext cx="146307" cy="150377"/>
            <a:chOff x="-1" y="-1"/>
            <a:chExt cx="146306" cy="150376"/>
          </a:xfrm>
        </p:grpSpPr>
        <p:sp>
          <p:nvSpPr>
            <p:cNvPr id="376" name="Straight Connector 15"/>
            <p:cNvSpPr/>
            <p:nvPr/>
          </p:nvSpPr>
          <p:spPr>
            <a:xfrm>
              <a:off x="-2" y="76162"/>
              <a:ext cx="146307" cy="2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77" name="Freeform: Shape 12"/>
            <p:cNvSpPr/>
            <p:nvPr/>
          </p:nvSpPr>
          <p:spPr>
            <a:xfrm>
              <a:off x="72055" y="-2"/>
              <a:ext cx="72244" cy="150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0"/>
                  </a:moveTo>
                  <a:lnTo>
                    <a:pt x="21600" y="10940"/>
                  </a:lnTo>
                  <a:lnTo>
                    <a:pt x="0" y="21600"/>
                  </a:ln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sp>
        <p:nvSpPr>
          <p:cNvPr id="379" name="Rectangle"/>
          <p:cNvSpPr/>
          <p:nvPr/>
        </p:nvSpPr>
        <p:spPr>
          <a:xfrm>
            <a:off x="6140877" y="144981"/>
            <a:ext cx="2482445" cy="842071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80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5343" y="147311"/>
            <a:ext cx="2093126" cy="837253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losing Slide-Solid 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hank you"/>
          <p:cNvSpPr txBox="1"/>
          <p:nvPr>
            <p:ph type="title" hasCustomPrompt="1"/>
          </p:nvPr>
        </p:nvSpPr>
        <p:spPr>
          <a:xfrm>
            <a:off x="711993" y="3203884"/>
            <a:ext cx="5372490" cy="1160371"/>
          </a:xfrm>
          <a:prstGeom prst="rect">
            <a:avLst/>
          </a:prstGeom>
        </p:spPr>
        <p:txBody>
          <a:bodyPr anchor="t"/>
          <a:lstStyle>
            <a:lvl1pPr>
              <a:defRPr sz="52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89" name="Straight Connector 20"/>
          <p:cNvSpPr/>
          <p:nvPr/>
        </p:nvSpPr>
        <p:spPr>
          <a:xfrm>
            <a:off x="730594" y="2923613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0" name="Body Level One…"/>
          <p:cNvSpPr txBox="1"/>
          <p:nvPr>
            <p:ph type="body" sz="quarter" idx="1" hasCustomPrompt="1"/>
          </p:nvPr>
        </p:nvSpPr>
        <p:spPr>
          <a:xfrm>
            <a:off x="6468762" y="3105910"/>
            <a:ext cx="2020331" cy="149833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FFFFFF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FFFFFF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FFFFFF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FFFFFF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FFFFFF"/>
                </a:solidFill>
              </a:defRPr>
            </a:lvl5pPr>
          </a:lstStyle>
          <a:p>
            <a:pPr/>
            <a:r>
              <a:t>Contact Person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91" name="Rectangle 3"/>
          <p:cNvSpPr/>
          <p:nvPr/>
        </p:nvSpPr>
        <p:spPr>
          <a:xfrm>
            <a:off x="711993" y="4770258"/>
            <a:ext cx="292610" cy="30008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392" name="Text Placeholder 2"/>
          <p:cNvSpPr/>
          <p:nvPr>
            <p:ph type="body" sz="quarter" idx="21" hasCustomPrompt="1"/>
          </p:nvPr>
        </p:nvSpPr>
        <p:spPr>
          <a:xfrm>
            <a:off x="997825" y="4770258"/>
            <a:ext cx="1719074" cy="300084"/>
          </a:xfrm>
          <a:prstGeom prst="rect">
            <a:avLst/>
          </a:prstGeom>
          <a:solidFill>
            <a:schemeClr val="accent1"/>
          </a:solidFill>
        </p:spPr>
        <p:txBody>
          <a:bodyPr lIns="45718" tIns="45718" rIns="45718" bIns="45718"/>
          <a:lstStyle>
            <a:lvl1pPr marL="0" indent="0">
              <a:buClrTx/>
              <a:buSzTx/>
              <a:buFontTx/>
              <a:buNone/>
              <a:defRPr sz="1300"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/>
            <a:r>
              <a:t>Insert Web Address</a:t>
            </a:r>
          </a:p>
        </p:txBody>
      </p:sp>
      <p:grpSp>
        <p:nvGrpSpPr>
          <p:cNvPr id="395" name="Group 10"/>
          <p:cNvGrpSpPr/>
          <p:nvPr/>
        </p:nvGrpSpPr>
        <p:grpSpPr>
          <a:xfrm>
            <a:off x="803453" y="4845114"/>
            <a:ext cx="146307" cy="150377"/>
            <a:chOff x="-1" y="-1"/>
            <a:chExt cx="146306" cy="150376"/>
          </a:xfrm>
        </p:grpSpPr>
        <p:sp>
          <p:nvSpPr>
            <p:cNvPr id="393" name="Straight Connector 11"/>
            <p:cNvSpPr/>
            <p:nvPr/>
          </p:nvSpPr>
          <p:spPr>
            <a:xfrm>
              <a:off x="-2" y="76162"/>
              <a:ext cx="146307" cy="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94" name="Freeform: Shape 12"/>
            <p:cNvSpPr/>
            <p:nvPr/>
          </p:nvSpPr>
          <p:spPr>
            <a:xfrm>
              <a:off x="72055" y="-2"/>
              <a:ext cx="72244" cy="150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0" y="0"/>
                  </a:moveTo>
                  <a:lnTo>
                    <a:pt x="21600" y="10940"/>
                  </a:lnTo>
                  <a:lnTo>
                    <a:pt x="0" y="21600"/>
                  </a:ln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sp>
        <p:nvSpPr>
          <p:cNvPr id="396" name="Rectangle"/>
          <p:cNvSpPr/>
          <p:nvPr/>
        </p:nvSpPr>
        <p:spPr>
          <a:xfrm>
            <a:off x="6237704" y="226462"/>
            <a:ext cx="2482446" cy="842071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97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32172" y="228794"/>
            <a:ext cx="2093125" cy="837250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IOWA Logo with 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Closing Slide Header"/>
          <p:cNvSpPr txBox="1"/>
          <p:nvPr>
            <p:ph type="title" hasCustomPrompt="1"/>
          </p:nvPr>
        </p:nvSpPr>
        <p:spPr>
          <a:xfrm>
            <a:off x="628650" y="4229810"/>
            <a:ext cx="7886700" cy="1311454"/>
          </a:xfrm>
          <a:prstGeom prst="rect">
            <a:avLst/>
          </a:prstGeom>
        </p:spPr>
        <p:txBody>
          <a:bodyPr/>
          <a:lstStyle>
            <a:lvl1pPr algn="ctr">
              <a:defRPr sz="4200">
                <a:solidFill>
                  <a:srgbClr val="FFFFFF"/>
                </a:solidFill>
              </a:defRPr>
            </a:lvl1pPr>
          </a:lstStyle>
          <a:p>
            <a:pPr/>
            <a:r>
              <a:t>Closing Slide Header</a:t>
            </a:r>
          </a:p>
        </p:txBody>
      </p:sp>
      <p:sp>
        <p:nvSpPr>
          <p:cNvPr id="406" name="Rectangle"/>
          <p:cNvSpPr/>
          <p:nvPr/>
        </p:nvSpPr>
        <p:spPr>
          <a:xfrm>
            <a:off x="1510028" y="1720283"/>
            <a:ext cx="6123943" cy="1655315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407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80192" y="1722615"/>
            <a:ext cx="3278825" cy="1311531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OWA Logo 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Rectangle"/>
          <p:cNvSpPr/>
          <p:nvPr/>
        </p:nvSpPr>
        <p:spPr>
          <a:xfrm>
            <a:off x="1510028" y="1720283"/>
            <a:ext cx="6123943" cy="1655315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416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80192" y="1722615"/>
            <a:ext cx="3278825" cy="1311531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14375" y="526778"/>
            <a:ext cx="7715251" cy="869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traight Connector 19"/>
          <p:cNvSpPr/>
          <p:nvPr/>
        </p:nvSpPr>
        <p:spPr>
          <a:xfrm>
            <a:off x="714373" y="1317640"/>
            <a:ext cx="576400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714373" y="1686758"/>
            <a:ext cx="7688647" cy="42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Rectangle 10"/>
          <p:cNvSpPr/>
          <p:nvPr/>
        </p:nvSpPr>
        <p:spPr>
          <a:xfrm>
            <a:off x="0" y="6389511"/>
            <a:ext cx="9144000" cy="46849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6" name="Rectangle"/>
          <p:cNvSpPr/>
          <p:nvPr/>
        </p:nvSpPr>
        <p:spPr>
          <a:xfrm>
            <a:off x="410033" y="6038786"/>
            <a:ext cx="2482446" cy="842072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7" name="MowDirect_Logo_Mono_Orange_icon_2c2ee7f8-a65c-4ecf-bee7-ede2d211731b_200x80.png" descr="MowDirect_Logo_Mono_Orange_icon_2c2ee7f8-a65c-4ecf-bee7-ede2d211731b_200x8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500" y="6041118"/>
            <a:ext cx="2093125" cy="8372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6279546" y="6221731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</p:sldLayoutIdLst>
  <p:transition xmlns:p14="http://schemas.microsoft.com/office/powerpoint/2010/main" spd="med" advClick="1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171450" marR="0" indent="-171450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95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548640" marR="0" indent="-205740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‒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960119" marR="0" indent="-274319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1345223" marR="0" indent="-316523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―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1688122" marR="0" indent="-316523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2031022" marR="0" indent="-316522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2373922" marR="0" indent="-316522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2716822" marR="0" indent="-316522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3059722" marR="0" indent="-316522" algn="l" defTabSz="6858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62666A"/>
        </a:buClr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Spend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BRIEFING FOR ANDREW GUNN — 11 MAY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Wayne Theisinger · MowDirect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in this deck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the £6k on the card actually came from</a:t>
            </a:r>
          </a:p>
          <a:p>
            <a:r>
              <a:t>April → This week: spend held, ROAS up 53%</a:t>
            </a:r>
          </a:p>
          <a:p>
            <a:r>
              <a:t>The plan from here — three levers, none requiring more ad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01. The £6k explained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What actually hit the card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£6k actually came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40005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CD00"/>
                </a:solidFill>
              </a:rPr>
              <a:t>MON 4 – SUN 10 MAY ("this week")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40005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000000"/>
                </a:solidFill>
              </a:rPr>
              <a:t>£2,500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40005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across 4 card 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34518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  Tue 6 May    £500
  Tue 6 May    £1,000
  Wed 7 May    £500
  Thu 8 May    £500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6300" y="1737360"/>
            <a:ext cx="40005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CD00"/>
                </a:solidFill>
              </a:rPr>
              <a:t>LAST 14 DAYS (26 APR – 10 MAY)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6300" y="2148840"/>
            <a:ext cx="40005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000000"/>
                </a:solidFill>
              </a:rPr>
              <a:t>£5,791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6300" y="3474720"/>
            <a:ext cx="40005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across 10 charges (including April month-end)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180" y="3931920"/>
            <a:ext cx="36347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  Apr 26–30      £2,500   (April's last week)
  May 1           £291   (April month-end true-up)
  May 2           £500
  May 6 → 8      £2,500   (this week)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The £6k is two weeks of card charges, not one — and starts in April.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807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Plus 4 declined charges in May (Mon 3 · Tue 5 · Sat 9) — that is a Visa cash flow issue, not a marketing overspend.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02. April → This week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Spend held — efficiency jumped 53%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£1 spent is returning 53% more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499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CD00"/>
                </a:solidFill>
              </a:rPr>
              <a:t>APRIL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499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555555"/>
                </a:solidFill>
              </a:rPr>
              <a:t>6.66×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249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ROAS
the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2320" y="1828800"/>
            <a:ext cx="2499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CD00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2320" y="2286000"/>
            <a:ext cx="2499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320" y="4206240"/>
            <a:ext cx="249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440" y="1828800"/>
            <a:ext cx="2499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CD00"/>
                </a:solidFill>
              </a:rPr>
              <a:t>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7440" y="2286000"/>
            <a:ext cx="2499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10.20×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440" y="4206240"/>
            <a:ext cx="249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ROAS
Mon 4 – Sun 10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CD00"/>
                </a:solidFill>
              </a:rPr>
              <a:t>+53% improvement in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Same daily spend (~£408/day). 53% more sales per £1.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that means in actual cash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3977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CD00"/>
                </a:solidFill>
              </a:rPr>
              <a:t>APRIL — 30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3977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£12,282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3977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Google Ads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3977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£81,788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3977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Tracked sales attributed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3977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6.66×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3977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3977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CD00"/>
                </a:solidFill>
              </a:rPr>
              <a:t>THIS WEEK — 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977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£2,856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63240"/>
            <a:ext cx="3977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Google Ads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40"/>
            <a:ext cx="3977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£29,146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206240"/>
            <a:ext cx="3977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Tracked sales attributed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663440"/>
            <a:ext cx="3977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10.20×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349240"/>
            <a:ext cx="3977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ROAS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ClickSlice running tighter, not destroyed.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The data is right. The cash position is a separate question — see Section 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inside the marketing line — April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621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CD00"/>
                </a:solidFill>
              </a:rPr>
              <a:t>3.5%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262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Paid ad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62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CD00"/>
                </a:solidFill>
              </a:rPr>
              <a:t>FLEXIBLE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243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Google Ads. This is marketing.
Well under the 10% allowance.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1360" y="1828800"/>
            <a:ext cx="2621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9.0%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1360" y="3017520"/>
            <a:ext cx="262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Marketplace commissions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1360" y="3474720"/>
            <a:ext cx="262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</a:rPr>
              <a:t>STRUCTURAL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3840480"/>
            <a:ext cx="243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Amazon, eBay, B&amp;Q referral fees.
Cost of being on those channels, not advertising.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5520" y="1828800"/>
            <a:ext cx="2621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520" y="3017520"/>
            <a:ext cx="262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FBA fulfilment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5520" y="3474720"/>
            <a:ext cx="262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960" y="3840480"/>
            <a:ext cx="243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Pick · pack · ship · storage.
Outward delivery, paid to Amazon.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Only the gold column is marketing. The other 11.9% is structural.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Treat Amazon, eBay, B&amp;Q fees the way you treat outward delivery — operations, not marketing.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03. The plan from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Operate smarter — not spend 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levers — none requiring more ad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62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CD00"/>
                </a:solidFill>
              </a:rPr>
              <a:t>SALESFIRE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262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Re-engage the 13,600 customers we've already paid to acquire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243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Email + SMS + onsite personalisation in one platform. Signed in April; getting operational this month. Near-zero marginal cost per re-engagement.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1360" y="1828800"/>
            <a:ext cx="262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CD00"/>
                </a:solidFill>
              </a:rPr>
              <a:t>PER-SKU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1360" y="2240280"/>
            <a:ext cx="262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Net contribution after referrals + FBA + ad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3657600"/>
            <a:ext cx="243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New tab in the monthly report. Surfaces SKUs that are structurally underwater on each marketplace. Drives price discipline at the SKU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520" y="1828800"/>
            <a:ext cx="262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CD00"/>
                </a:solidFill>
              </a:rPr>
              <a:t>CHANNEL 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520" y="2240280"/>
            <a:ext cx="262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Bias revenue from marketplaces to Shopify 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960" y="3657600"/>
            <a:ext cx="243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Every £1 moved direct saves ~10p of structural channel cost (~12% on marketplaces vs ~2% direct). Spectrum-first paid + Awin affiliate push this.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need from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Agree the marketing budget is measured against paid ad spend (currently 3.5% of gross)</a:t>
            </a:r>
          </a:p>
          <a:p>
            <a:r>
              <a:t>Hold the 10% allowance against that bucket only</a:t>
            </a:r>
          </a:p>
          <a:p>
            <a:r>
              <a:t>Treat marketplace commissions and FBA fulfilment as separate operational lines</a:t>
            </a:r>
          </a:p>
          <a:p>
            <a:r>
              <a:t>Top up the Visa — 4 declines in May is the cash flow signal, not the spend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Wayne Theisinger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wayne@mowdirect.co.uk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CD00"/>
      </a:lt1>
      <a:dk2>
        <a:srgbClr val="A7A7A7"/>
      </a:dk2>
      <a:lt2>
        <a:srgbClr val="535353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