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Emergency Marketing Response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MowDirect — Strait of Hormuz Crisis Response</a:t>
            </a:r>
          </a:p>
          <a:p>
            <a:r>
              <a:t>14 April 2026 |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Situation: Strait of Hormuz Crisis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sz="1600"/>
              <a:t>Naval blockade</a:t>
            </a:r>
            <a:r>
              <a:rPr sz="1600"/>
              <a:t> — 94% collapse in commercial shipping through Hormuz</a:t>
            </a:r>
          </a:p>
          <a:p>
            <a:r>
              <a:rPr b="1" sz="1600"/>
              <a:t>Oil above $100/barrel</a:t>
            </a:r>
            <a:r>
              <a:rPr sz="1600"/>
              <a:t> — 20M barrels/day shortfall, European fuel up &gt;20%</a:t>
            </a:r>
          </a:p>
          <a:p>
            <a:r>
              <a:rPr b="1" sz="1600"/>
              <a:t>Consumer retreat</a:t>
            </a:r>
            <a:r>
              <a:rPr sz="1600"/>
              <a:t> — Households cutting back on petrol-powered purchases</a:t>
            </a:r>
          </a:p>
          <a:p>
            <a:r>
              <a:rPr b="1" sz="1600"/>
              <a:t>Supply disruption</a:t>
            </a:r>
            <a:r>
              <a:rPr sz="1600"/>
              <a:t> — Petrol mower supply chains disrupted for coming weeks</a:t>
            </a:r>
          </a:p>
          <a:p>
            <a:r>
              <a:rPr b="1" sz="1600"/>
              <a:t>Manufacturing surcharges</a:t>
            </a:r>
            <a:r>
              <a:rPr sz="1600"/>
              <a:t> — Up to 30% on raw materials and packaging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Accelerating Shift to Cordless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Rising fuel costs making petrol mower ownership significantly more expensive</a:t>
            </a:r>
          </a:p>
          <a:p>
            <a:r>
              <a:rPr sz="1600"/>
              <a:t>Battery mower market growing at 6.7% CAGR — crisis is accelerating this</a:t>
            </a:r>
          </a:p>
          <a:p>
            <a:r>
              <a:rPr sz="1600"/>
              <a:t>Consumers save £100-£200/year on servicing and fuel by switching to cordless</a:t>
            </a:r>
          </a:p>
          <a:p>
            <a:r>
              <a:rPr sz="1600"/>
              <a:t>Cordless entry price now competitive with petrol (£120-£180 vs £130-£190)</a:t>
            </a:r>
          </a:p>
          <a:p>
            <a:r>
              <a:rPr sz="1600"/>
              <a:t>'Painful and quick' transition toward electric alternatives underway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Impact: Daily Run Rate Down -53%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March 2026: £504,277 net sales | 1815 orders (31 days)</a:t>
            </a:r>
          </a:p>
          <a:p>
            <a:r>
              <a:rPr sz="1600"/>
              <a:t>April 1-14: £107,574 net sales | 438 orders (14 days)</a:t>
            </a:r>
          </a:p>
          <a:p>
            <a:r>
              <a:rPr sz="1600"/>
              <a:t/>
            </a:r>
          </a:p>
          <a:p>
            <a:r>
              <a:rPr sz="1600"/>
              <a:t>March daily average: £16,267/day</a:t>
            </a:r>
          </a:p>
          <a:p>
            <a:r>
              <a:rPr sz="1600"/>
              <a:t>April daily average: £7,684/day</a:t>
            </a:r>
          </a:p>
          <a:p>
            <a:r>
              <a:rPr sz="1600"/>
              <a:t>Overall daily run rate change: -53%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Petrol vs Cordless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Petrol: £489,685 (March) → £101,047 (April) | Daily rate: -54%</a:t>
            </a:r>
          </a:p>
          <a:p>
            <a:r>
              <a:rPr sz="1600"/>
              <a:t>Cordless: £1,125 (March) → £250 (April) | Daily rate: -51%</a:t>
            </a:r>
          </a:p>
          <a:p>
            <a:r>
              <a:rPr sz="1600"/>
              <a:t/>
            </a:r>
          </a:p>
          <a:p>
            <a:r>
              <a:rPr sz="1600"/>
              <a:t>Petrol products dominate revenue but are seeing steeper decline</a:t>
            </a:r>
          </a:p>
          <a:p>
            <a:r>
              <a:rPr sz="1600"/>
              <a:t>Cordless range needs better website presentation to capture opportunity</a:t>
            </a:r>
          </a:p>
          <a:p>
            <a:r>
              <a:rPr sz="1600"/>
              <a:t>Fuel cans: £10,569 in March — consumers are stocking 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Selling Products — April 2026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1. Spectrum TG46SE 3-in-1 Self-Propelled Petrol Lawnmower  — £14,205 (petrol)</a:t>
            </a:r>
          </a:p>
          <a:p>
            <a:r>
              <a:rPr sz="1600"/>
              <a:t>1. Mountfield MTF66M Compact Rear-Collect &amp; Side-Discharge — £9,702 (petrol)</a:t>
            </a:r>
          </a:p>
          <a:p>
            <a:r>
              <a:rPr sz="1600"/>
              <a:t>1. Spectrum TG51PD Self-Propelled Petrol Lawnmower (Amazon — £9,542 (petrol)</a:t>
            </a:r>
          </a:p>
          <a:p>
            <a:r>
              <a:rPr sz="1600"/>
              <a:t>1. Spectrum TG40SE Self-Propelled Petrol Lawnmower with El — £9,165 (petrol)</a:t>
            </a:r>
          </a:p>
          <a:p>
            <a:r>
              <a:rPr sz="1600"/>
              <a:t>1. Spectrum TG40PD Self-Propelled Petrol Lawnmower — £6,749 (petrol)</a:t>
            </a:r>
          </a:p>
          <a:p>
            <a:r>
              <a:rPr sz="1600"/>
              <a:t/>
            </a:r>
          </a:p>
          <a:p>
            <a:r>
              <a:rPr sz="1600"/>
              <a:t>Petrol products still dominate but daily rates are declining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Strategic Response: Three Pillars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sz="1600"/>
              <a:t>Pillar 1</a:t>
            </a:r>
            <a:r>
              <a:rPr sz="1600"/>
              <a:t> — Accelerate Spectrum Cordless — bundles, ecosystem page, lifestyle imagery</a:t>
            </a:r>
          </a:p>
          <a:p>
            <a:r>
              <a:rPr b="1" sz="1600"/>
              <a:t>Pillar 2</a:t>
            </a:r>
            <a:r>
              <a:rPr sz="1600"/>
              <a:t> — Reframe Petrol Range — fuel efficiency kits, TCO messaging, trade-in</a:t>
            </a:r>
          </a:p>
          <a:p>
            <a:r>
              <a:rPr b="1" sz="1600"/>
              <a:t>Pillar 3</a:t>
            </a:r>
            <a:r>
              <a:rPr sz="1600"/>
              <a:t> — Messaging Pivot — homepage, email, social, SEO, marketplace listings</a:t>
            </a:r>
          </a:p>
          <a:p>
            <a:r>
              <a:rPr sz="1600"/>
              <a:t/>
            </a:r>
          </a:p>
          <a:p>
            <a:r>
              <a:rPr sz="1600"/>
              <a:t>Factory partner investment of up to £1M demands urgency</a:t>
            </a:r>
          </a:p>
          <a:p>
            <a:r>
              <a:rPr sz="1600"/>
              <a:t>3-month cash window — every day of delay = missed opportunity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Pillar 1: Accelerate Spectrum Cordless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sz="1600"/>
              <a:t>Complete kits</a:t>
            </a:r>
            <a:r>
              <a:rPr sz="1600"/>
              <a:t> — Every tool available as tool + battery + charger at one price</a:t>
            </a:r>
          </a:p>
          <a:p>
            <a:r>
              <a:rPr b="1" sz="1600"/>
              <a:t>Bundle clarity</a:t>
            </a:r>
            <a:r>
              <a:rPr sz="1600"/>
              <a:t> — 46cm mower clearly shows 2x battery requirement</a:t>
            </a:r>
          </a:p>
          <a:p>
            <a:r>
              <a:rPr b="1" sz="1600"/>
              <a:t>Ecosystem page</a:t>
            </a:r>
            <a:r>
              <a:rPr sz="1600"/>
              <a:t> — 'One battery powers everything' — visual map of all 40V tools</a:t>
            </a:r>
          </a:p>
          <a:p>
            <a:r>
              <a:rPr b="1" sz="1600"/>
              <a:t>Lifestyle imagery</a:t>
            </a:r>
            <a:r>
              <a:rPr sz="1600"/>
              <a:t> — Real gardens, real use — source from factory partner</a:t>
            </a:r>
          </a:p>
          <a:p>
            <a:r>
              <a:rPr b="1" sz="1600"/>
              <a:t>Richer descriptions</a:t>
            </a:r>
            <a:r>
              <a:rPr sz="1600"/>
              <a:t> — Use cases, garden sizes, runtime, petrol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Pillar 2 &amp; 3: Petrol Reframe + Messaging Pivot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sz="1600"/>
              <a:t>Fuel Crisis Kits</a:t>
            </a:r>
            <a:r>
              <a:rPr sz="1600"/>
              <a:t> — Mower + jerry can + stabiliser + cost guide</a:t>
            </a:r>
          </a:p>
          <a:p>
            <a:r>
              <a:rPr b="1" sz="1600"/>
              <a:t>Efficiency badges</a:t>
            </a:r>
            <a:r>
              <a:rPr sz="1600"/>
              <a:t> — 'Only 0.8L/hr — mow for £2.50' on all petrol listings</a:t>
            </a:r>
          </a:p>
          <a:p>
            <a:r>
              <a:rPr b="1" sz="1600"/>
              <a:t>Trade-in programme</a:t>
            </a:r>
            <a:r>
              <a:rPr sz="1600"/>
              <a:t> — £30-£50 credit: old petrol mower → Spectrum cordless</a:t>
            </a:r>
          </a:p>
          <a:p>
            <a:r>
              <a:rPr b="1" sz="1600"/>
              <a:t>Homepage</a:t>
            </a:r>
            <a:r>
              <a:rPr sz="1600"/>
              <a:t> — 'No fuel. No fumes. No worries.' — cordless-first hero banner</a:t>
            </a:r>
          </a:p>
          <a:p>
            <a:r>
              <a:rPr b="1" sz="1600"/>
              <a:t>Email (Klaviyo)</a:t>
            </a:r>
            <a:r>
              <a:rPr sz="1600"/>
              <a:t> — Segmented: past petrol buyers, cordless browsers, all customers</a:t>
            </a:r>
          </a:p>
          <a:p>
            <a:r>
              <a:rPr b="1" sz="1600"/>
              <a:t>Cost calculator</a:t>
            </a:r>
            <a:r>
              <a:rPr sz="1600"/>
              <a:t> — Interactive 5-year TCO comparison on product pages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Opportunities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Marketplace: update titles, boost cordless Promoted Listings +50%</a:t>
            </a:r>
          </a:p>
          <a:p>
            <a:r>
              <a:rPr sz="1600"/>
              <a:t>Google Ads: reallocate -30% petrol → +50% cordless campaigns</a:t>
            </a:r>
          </a:p>
          <a:p>
            <a:r>
              <a:rPr sz="1600"/>
              <a:t>Fast-track 2-3 influencer partnerships for Spectrum cordless</a:t>
            </a:r>
          </a:p>
          <a:p>
            <a:r>
              <a:rPr sz="1600"/>
              <a:t>PR pitch: 'UK retailer sees cordless surge amid fuel crisis'</a:t>
            </a:r>
          </a:p>
          <a:p>
            <a:r>
              <a:rPr sz="1600"/>
              <a:t>Stock reallocation: prioritise highest-converting channels</a:t>
            </a:r>
          </a:p>
          <a:p>
            <a:r>
              <a:rPr sz="1600"/>
              <a:t>'Green Garden Weekend' flash sale: 10% off + free battery upgrade</a:t>
            </a:r>
          </a:p>
          <a:p>
            <a:r>
              <a:rPr sz="1600"/>
              <a:t>Amplify Spectrum 5-year warranty — confidence in uncertain times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sz="1600"/>
              <a:t>Week 1 (14-20 Apr)</a:t>
            </a:r>
            <a:r>
              <a:rPr sz="1600"/>
              <a:t> — Homepage, bundles, email blast, Ads reallocation</a:t>
            </a:r>
          </a:p>
          <a:p>
            <a:r>
              <a:rPr b="1" sz="1600"/>
              <a:t>Week 2 (21-27 Apr)</a:t>
            </a:r>
            <a:r>
              <a:rPr sz="1600"/>
              <a:t> — Ecosystem page, Fuel Crisis Kits, marketplace updates</a:t>
            </a:r>
          </a:p>
          <a:p>
            <a:r>
              <a:rPr b="1" sz="1600"/>
              <a:t>Week 3 (28 Apr-4 May)</a:t>
            </a:r>
            <a:r>
              <a:rPr sz="1600"/>
              <a:t> — Trade-in launch, blog/SEO, social series</a:t>
            </a:r>
          </a:p>
          <a:p>
            <a:r>
              <a:rPr b="1" sz="1600"/>
              <a:t>Week 4+ (May)</a:t>
            </a:r>
            <a:r>
              <a:rPr sz="1600"/>
              <a:t> — Cost calculator, photography, optimisation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&amp; Resource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Shopify development (bundles, pages, calculator): £2,000 - £3,500</a:t>
            </a:r>
          </a:p>
          <a:p>
            <a:r>
              <a:rPr sz="1600"/>
              <a:t>Marketplace Promoted Listings uplift: £500 - £1,000/month</a:t>
            </a:r>
          </a:p>
          <a:p>
            <a:r>
              <a:rPr sz="1600"/>
              <a:t>Influencer partnerships: £1,500 - £3,000</a:t>
            </a:r>
          </a:p>
          <a:p>
            <a:r>
              <a:rPr sz="1600"/>
              <a:t>Trade-in programme setup: £500 - £1,000</a:t>
            </a:r>
          </a:p>
          <a:p>
            <a:r>
              <a:rPr sz="1600"/>
              <a:t>Content creation: £500 - £1,000</a:t>
            </a:r>
          </a:p>
          <a:p>
            <a:r>
              <a:rPr sz="1600"/>
              <a:t/>
            </a:r>
          </a:p>
          <a:p>
            <a:r>
              <a:rPr sz="1600"/>
              <a:t>Total estimated investment: £5,000 - £10,000</a:t>
            </a:r>
          </a:p>
          <a:p>
            <a:r>
              <a:rPr sz="1600"/>
              <a:t>Google Ads reallocation is budget-neutral</a:t>
            </a:r>
          </a:p>
          <a:p>
            <a:r>
              <a:rPr sz="1600"/>
              <a:t>ROI target: offset petrol decline + capture cordless growth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The fuel crisis is both a threat (petrol decline) and opportunity (cordless growth)</a:t>
            </a:r>
          </a:p>
          <a:p>
            <a:r>
              <a:rPr sz="1600"/>
              <a:t>Factory partner has £1M invested — rapid execution required</a:t>
            </a:r>
          </a:p>
          <a:p>
            <a:r>
              <a:rPr sz="1600"/>
              <a:t>3-month cash runway means every week counts</a:t>
            </a:r>
          </a:p>
          <a:p>
            <a:r>
              <a:rPr sz="1600"/>
              <a:t>Petrol mower shortages = low hanging fruit for cordless conversion</a:t>
            </a:r>
          </a:p>
          <a:p>
            <a:r>
              <a:rPr sz="1600"/>
              <a:t>Spectrum 40V ecosystem is ready — website presentation must catch up</a:t>
            </a:r>
          </a:p>
          <a:p>
            <a:r>
              <a:rPr sz="1600"/>
              <a:t/>
            </a:r>
          </a:p>
          <a:p>
            <a:r>
              <a:rPr sz="1600"/>
              <a:t>ACTION: approve this plan and resource Week 1 immediately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